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34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28600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5623560"/>
            <a:ext cx="256032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213848" y="5394960"/>
            <a:ext cx="25603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97896" y="5120640"/>
            <a:ext cx="256032" cy="8229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10981944" y="5486400"/>
            <a:ext cx="25603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4884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Attendance &amp;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System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56235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A6B4C-71BA-F7DB-A023-BC1CBBEEA66B}"/>
              </a:ext>
            </a:extLst>
          </p:cNvPr>
          <p:cNvSpPr/>
          <p:nvPr/>
        </p:nvSpPr>
        <p:spPr>
          <a:xfrm>
            <a:off x="5230761" y="4251970"/>
            <a:ext cx="3273159" cy="1417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N.SREE HARSHITHA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P.NAVYA RAO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G.SRIVIDYA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101600" dist="381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65376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480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 run batches where attendance registers and assessment marksheets are tracked separately — usually by hand.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it slow and error-prone to answer a simple question: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669280" cy="4160520"/>
          </a:xfrm>
          <a:prstGeom prst="roundRect">
            <a:avLst>
              <a:gd name="adj" fmla="val 263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0216" y="186537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021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1460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Python application that combines both areas — daily attendance and subject-wise marks — for every student in the batch.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low-attendance and low-performing students, rank the batch, and generate a saved progress report.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18608" y="12984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18608" y="12984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48" y="1627632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07128" y="1773936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52848" y="1773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5848" y="2103120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7128" y="2249424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52848" y="2249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2578608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07128" y="2724912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52848" y="27249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Student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5848" y="3054096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848" y="3172968"/>
            <a:ext cx="6858000" cy="0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6848" y="31729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31729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4848" y="31729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2368" y="3291840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58088" y="3291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41368" y="3291840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87088" y="3291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0368" y="3291840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16088" y="3291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66848" y="3621024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5848" y="3621024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4848" y="3621024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2368" y="3767328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58088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41368" y="3767328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87088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70368" y="3767328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16088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12368" y="3767328"/>
            <a:ext cx="3108960" cy="329184"/>
          </a:xfrm>
          <a:prstGeom prst="rect">
            <a:avLst/>
          </a:prstGeom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41368" y="3767328"/>
            <a:ext cx="3108960" cy="329184"/>
          </a:xfrm>
          <a:prstGeom prst="rect">
            <a:avLst/>
          </a:prstGeom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0368" y="3767328"/>
            <a:ext cx="3108960" cy="329184"/>
          </a:xfrm>
          <a:prstGeom prst="rect">
            <a:avLst/>
          </a:prstGeom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66848" y="40965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5848" y="40965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24848" y="40965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66848" y="4215384"/>
            <a:ext cx="6858000" cy="0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5848" y="4215384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32808" y="4334256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F2A93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78528" y="43342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Analysis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95848" y="4663440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66848" y="4782312"/>
            <a:ext cx="6858000" cy="0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66848" y="47823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5848" y="47823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24848" y="4782312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12368" y="4901184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158088" y="4901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Attendance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41368" y="4901184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587088" y="4901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970368" y="4901184"/>
            <a:ext cx="3108960" cy="329184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16088" y="4901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66848" y="52303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95848" y="52303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24848" y="5230368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66848" y="5349240"/>
            <a:ext cx="6858000" cy="0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95848" y="5349240"/>
            <a:ext cx="0" cy="118872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69968" y="5468112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815688" y="54681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TXT Report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95848" y="5797296"/>
            <a:ext cx="0" cy="146304"/>
          </a:xfrm>
          <a:prstGeom prst="line">
            <a:avLst/>
          </a:prstGeom>
          <a:noFill/>
          <a:ln w="19050">
            <a:solidFill>
              <a:srgbClr val="AFC0C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18608" y="59436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318608" y="5943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7592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9776" y="1645920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38728" y="19385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71216" y="2697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10912" y="1645920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9864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697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42048" y="1645920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1000" y="19385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2697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73184" y="1645920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32136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32136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64624" y="2697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07592" y="40599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07592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81888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79776" y="3767328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38728" y="40599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38728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871216" y="481888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10912" y="3767328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9864" y="40599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69864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102352" y="481888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Low-Performance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42048" y="3767328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01000" y="40599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0100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7333488" y="481888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473184" y="3767328"/>
            <a:ext cx="206654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232136" y="40599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232136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564624" y="481888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Progress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(.txt)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Attendance %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attendance is stored as a small dictionary — total classes conducted vs. classes attended. The percentage is derived on demand, never hard-coded.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÷ total × 100  =  Attendance 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33756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 so attended can never exceed total classes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90448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813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total, attended, absent count, and percentage together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47141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3799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student below 75% is auto-flagged by Low Attendance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532120" cy="4206240"/>
          </a:xfrm>
          <a:prstGeom prst="roundRect">
            <a:avLst>
              <a:gd name="adj" fmla="val 2174"/>
            </a:avLst>
          </a:prstGeom>
          <a:solidFill>
            <a:srgbClr val="0B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755648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75564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12280" y="1755648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1488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classes conducted: 40
Classes attended: 27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Classes : 40
Attended      : 27
Absent        : 13
</a:t>
            </a: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   : 67.50%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Marks, Average &amp; Performance Category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captured for Python, MySQL, and Power BI, then combined into a single performance category so trainers can act at a glance.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66544" cy="1965960"/>
          </a:xfrm>
          <a:prstGeom prst="roundRect">
            <a:avLst>
              <a:gd name="adj" fmla="val 4651"/>
            </a:avLst>
          </a:prstGeom>
          <a:solidFill>
            <a:srgbClr val="6FCF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Excellent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9776" y="2148840"/>
            <a:ext cx="2066544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1216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Good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71216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10912" y="2148840"/>
            <a:ext cx="2066544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02352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242048" y="2148840"/>
            <a:ext cx="2066544" cy="1965960"/>
          </a:xfrm>
          <a:prstGeom prst="roundRect">
            <a:avLst>
              <a:gd name="adj" fmla="val 4651"/>
            </a:avLst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33488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33488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73184" y="2148840"/>
            <a:ext cx="2066544" cy="1965960"/>
          </a:xfrm>
          <a:prstGeom prst="roundRect">
            <a:avLst>
              <a:gd name="adj" fmla="val 4651"/>
            </a:avLst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64624" y="246888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64624" y="30632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5029200"/>
            <a:ext cx="3108960" cy="201168"/>
          </a:xfrm>
          <a:prstGeom prst="rect">
            <a:avLst/>
          </a:prstGeom>
          <a:solidFill>
            <a:srgbClr val="E5EEF3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5029200"/>
            <a:ext cx="2549347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5029200"/>
            <a:ext cx="3108960" cy="201168"/>
          </a:xfrm>
          <a:prstGeom prst="rect">
            <a:avLst/>
          </a:prstGeom>
          <a:solidFill>
            <a:srgbClr val="E5EE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5029200"/>
            <a:ext cx="2300630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2628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74/100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5029200"/>
            <a:ext cx="3108960" cy="201168"/>
          </a:xfrm>
          <a:prstGeom prst="rect">
            <a:avLst/>
          </a:prstGeom>
          <a:solidFill>
            <a:srgbClr val="E5EEF3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5029200"/>
            <a:ext cx="2829154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3816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91/100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82.33%  →  Strongest: Power BI  ·  Weakest: MySQL  →  Category: Very Good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Saved Reports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83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Ranking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DF3E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Rao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Mehta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172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739896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39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Khan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739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09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1600200"/>
            <a:ext cx="5577840" cy="4160520"/>
          </a:xfrm>
          <a:prstGeom prst="roundRect">
            <a:avLst>
              <a:gd name="adj" fmla="val 2637"/>
            </a:avLst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1883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Progress Report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606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DA_Batch_Report.txt
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C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
</a:t>
            </a:r>
            <a:r>
              <a:rPr lang="en-US" sz="1150" dirty="0">
                <a:solidFill>
                  <a:srgbClr val="E4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101 | Name: Ananya Rao
Attendance: 92.50%
Python: 96/100
Average: 94.00%
</a:t>
            </a:r>
            <a:r>
              <a:rPr lang="en-US" sz="1150" dirty="0">
                <a:solidFill>
                  <a:srgbClr val="AFC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9834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Python's file handling (open/write) and the datetime &amp; os modules — confirms the file exists before reporting success.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653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(add, search, record, report) is its own function called from the menus.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8653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92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Dictionaries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58775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is a dictionary of name, batch, attendance and marks, keyed by 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653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892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&amp; Comprehensions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58775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comprehensions filter low-attendance and low-performing students.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365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around every numeric input keeps the menu from crashing.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40142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17136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Modules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7365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timestamps the report; os confirms the file was written.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9AAAB8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TXT File Handling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7365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save_report() writes a formatted, human-readable .txt summary.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SPOTLIGHT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32615" y="5989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Robust Input, By Design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numeric input in the app runs through one small, reusable function — so a mistyped value never crashes the program.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035040" cy="3566160"/>
          </a:xfrm>
          <a:prstGeom prst="roundRect">
            <a:avLst>
              <a:gd name="adj" fmla="val 2564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C9E8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def get_integer(message):
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while True:
        try:
            return int(input(message))
</a:t>
            </a:r>
            <a:r>
              <a:rPr lang="en-US" sz="1300" dirty="0">
                <a:solidFill>
                  <a:srgbClr val="E76F5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 except ValueError:
</a:t>
            </a:r>
            <a:r>
              <a:rPr lang="en-US" sz="1300" dirty="0">
                <a:solidFill>
                  <a:srgbClr val="E4EEF6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        print("Please enter a valid number.")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86016" y="207568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86016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54380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loop, not a single try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543800" y="2377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Keeps re-prompting until a valid integer is entered — the program never stops on bad input.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86016" y="328269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86016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543800" y="3218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function, reused everywhere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543800" y="35844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Attendance counts, marks, and menu choices all call get_integer() instead of repeating logic.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86016" y="448970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86016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543800" y="44256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Guards layered on top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543800" y="479145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Range checks (0–100 marks, attended ≤ total) run after the type is already safe.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1691640"/>
            <a:ext cx="5715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10996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48840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input crashing the app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148840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every numeric prompt in get_integer(), a try/except loop that re-asks until valid.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11109960" cy="969264"/>
          </a:xfrm>
          <a:prstGeom prst="rect">
            <a:avLst/>
          </a:prstGeom>
          <a:solidFill>
            <a:srgbClr val="F4F8FA"/>
          </a:solidFill>
          <a:ln w="9525">
            <a:solidFill>
              <a:srgbClr val="E4E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ambiguous name search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118104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select_student() lists every match and asks the user to confirm by exact 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1110996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4EC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87368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Division-by-zero on percentages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4087368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checks (total &gt; 0, all 3 subjects entered) run before any average or percentage is calculated.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11109960" cy="969264"/>
          </a:xfrm>
          <a:prstGeom prst="rect">
            <a:avLst/>
          </a:prstGeom>
          <a:solidFill>
            <a:srgbClr val="F4F8FA"/>
          </a:solidFill>
          <a:ln w="9525">
            <a:solidFill>
              <a:srgbClr val="E4E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56632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saved report readable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056632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save_report() writes clean, labelled sections with separators via structured f-strings.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F503A-A82A-E82A-2F32-C4DC5DD3D079}"/>
              </a:ext>
            </a:extLst>
          </p:cNvPr>
          <p:cNvSpPr txBox="1"/>
          <p:nvPr/>
        </p:nvSpPr>
        <p:spPr>
          <a:xfrm>
            <a:off x="718457" y="653144"/>
            <a:ext cx="1053426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IN" b="1" dirty="0"/>
          </a:p>
          <a:p>
            <a:endParaRPr lang="en-IN" b="1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 &amp; Performance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attendance and academic performance in one application.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calculates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percentage, subject averages, and overall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trainers 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low-attendance and low-performing students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ranking and performance categories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it easier to understand batch progress.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and exception handling make the system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user-friendly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generates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progress report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reference.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makes student monitoring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simpler, and more organized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40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Run the Batch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492240" cy="3429000"/>
          </a:xfrm>
          <a:prstGeom prst="roundRect">
            <a:avLst>
              <a:gd name="adj" fmla="val 2667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58568"/>
            <a:ext cx="146304" cy="14630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5856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258568"/>
            <a:ext cx="146304" cy="14630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9748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DATA ANALYST BATCH =====
</a:t>
            </a:r>
            <a:r>
              <a:rPr lang="en-US" sz="1350" dirty="0">
                <a:solidFill>
                  <a:srgbClr val="E4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Student
2. Select Student
3. Low Attendance
4. Low Performance
5. Student Ranking
6. Save Report
7. Exit
</a:t>
            </a:r>
            <a:r>
              <a:rPr lang="en-US" sz="13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_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961120" y="23774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21031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4846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960</Words>
  <Application>Microsoft Office PowerPoint</Application>
  <PresentationFormat>Widescreen</PresentationFormat>
  <Paragraphs>191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Polsani Navya Rao</cp:lastModifiedBy>
  <cp:revision>5</cp:revision>
  <dcterms:created xsi:type="dcterms:W3CDTF">2026-09-06T14:42:50Z</dcterms:created>
  <dcterms:modified xsi:type="dcterms:W3CDTF">2026-09-07T16:13:39Z</dcterms:modified>
</cp:coreProperties>
</file>